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7507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39800"/>
            <a:ext cx="5750706" cy="55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62304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23049"/>
            <a:ext cx="39177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5959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959599"/>
            <a:ext cx="38784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spend too much time on repetitive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42376" y="612775"/>
            <a:ext cx="2533650" cy="1810374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  <a:effectLst>
            <a:outerShdw sx="100000" sy="100000" kx="0" ky="0" algn="bl" rotWithShape="0" blurRad="190500" dist="63500" dir="5400000">
              <a:srgbClr val="0F1B2D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47843" y="818243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047843" y="1007467"/>
            <a:ext cx="218639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47843" y="1357965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NAMES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47843" y="1547189"/>
            <a:ext cx="2186396" cy="69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Sunil Kumar, Ajmeera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Lakshmansamvith, Dunna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Prasanth, Varipireddi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5603790"/>
            <a:ext cx="5801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54846" y="5603790"/>
            <a:ext cx="724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pic>
        <p:nvPicPr>
          <p:cNvPr id="15" name="Image 0" descr="line">    </p:cNvPr>
          <p:cNvPicPr>
            <a:picLocks noChangeAspect="1"/>
          </p:cNvPicPr>
          <p:nvPr/>
        </p:nvPicPr>
        <p:blipFill>
          <a:blip r:embed="rId1"/>
          <a:srcRect l="-8332" r="-8332" t="0" b="0"/>
          <a:stretch/>
        </p:blipFill>
        <p:spPr>
          <a:xfrm>
            <a:off x="812800" y="6022890"/>
            <a:ext cx="3048000" cy="108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097276"/>
            <a:ext cx="10883393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</a:t>
            </a:r>
            <a:r>
              <a:rPr lang="en-US" sz="850" b="1" spc="1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)CCELERATING IDEAS.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TO THE BUSINESS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DECE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40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1400" y="2546322"/>
            <a:ext cx="2112582" cy="105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 cycle, the business pays for the same manual verification work to happen again — effort that adds no new value the second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9885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DF3E0"/>
          </a:solidFill>
          <a:ln/>
        </p:spPr>
      </p:sp>
      <p:sp>
        <p:nvSpPr>
          <p:cNvPr id="9" name="Text 7"/>
          <p:cNvSpPr/>
          <p:nvPr/>
        </p:nvSpPr>
        <p:spPr>
          <a:xfrm>
            <a:off x="372745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2745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27450" y="2546322"/>
            <a:ext cx="2112582" cy="105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5A4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proof of what was actually checked, gaps in the application go live undetected — until a customer or an audit finds them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4900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E8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13500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13500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3500" y="2546322"/>
            <a:ext cx="2112582" cy="85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2A3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coverage can't scale with release frequency, so releases either slow down or ship with unverified confidence.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70951" y="1492250"/>
            <a:ext cx="2508250" cy="4349750"/>
          </a:xfrm>
          <a:prstGeom prst="roundRect">
            <a:avLst>
              <a:gd name="adj" fmla="val 4051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9551" y="1720850"/>
            <a:ext cx="2112582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9551" y="2226299"/>
            <a:ext cx="2112582" cy="23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99551" y="2546322"/>
            <a:ext cx="2112582" cy="85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report exists that leadership can open and trust — coverage claims are anecdotal, not evidence-based.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52"/>
            <a:ext cx="4741512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recurring cost, hidden risk, and no evidence to show for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SOLUTION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66850"/>
            <a:ext cx="1643856" cy="3720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977900" y="1568450"/>
            <a:ext cx="136445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pages get exercised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45556" y="1555099"/>
            <a:ext cx="189678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3334" y="1466850"/>
            <a:ext cx="2043084" cy="3720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2938434" y="1568450"/>
            <a:ext cx="1764271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 watches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05318" y="1555099"/>
            <a:ext cx="189678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3096" y="1466850"/>
            <a:ext cx="1740014" cy="3720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5298196" y="1568450"/>
            <a:ext cx="1460613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 sync 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62010" y="1555099"/>
            <a:ext cx="189678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89788" y="1466850"/>
            <a:ext cx="2155939" cy="372099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14" name="Text 12"/>
          <p:cNvSpPr/>
          <p:nvPr/>
        </p:nvSpPr>
        <p:spPr>
          <a:xfrm>
            <a:off x="7354888" y="1568450"/>
            <a:ext cx="1880511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coverage &amp; execution report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800" y="212277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924662" y="2173571"/>
            <a:ext cx="10644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1100" y="2042150"/>
            <a:ext cx="10198101" cy="440673"/>
          </a:xfrm>
          <a:prstGeom prst="roundRect">
            <a:avLst>
              <a:gd name="adj" fmla="val 17292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2169150"/>
            <a:ext cx="10190100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 loads automatically the moment testing starts — no setup required by the tester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800" y="265234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060" y="2703145"/>
            <a:ext cx="12765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81100" y="2571722"/>
            <a:ext cx="10198101" cy="440673"/>
          </a:xfrm>
          <a:prstGeom prst="roundRect">
            <a:avLst>
              <a:gd name="adj" fmla="val 17292"/>
            </a:avLst>
          </a:prstGeom>
          <a:solidFill>
            <a:srgbClr val="F4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500" y="2698722"/>
            <a:ext cx="10190100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quietly tracks every page, section and action touched during the test run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2800" y="3181917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913748" y="3232717"/>
            <a:ext cx="1282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81100" y="3101296"/>
            <a:ext cx="10198101" cy="440673"/>
          </a:xfrm>
          <a:prstGeom prst="roundRect">
            <a:avLst>
              <a:gd name="adj" fmla="val 17292"/>
            </a:avLst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1333500" y="3228296"/>
            <a:ext cx="10190100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automation scripts run the same checks on their own, on any application, with no manual clicking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2800" y="37114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911707" y="3762291"/>
            <a:ext cx="13235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81100" y="3630868"/>
            <a:ext cx="10198101" cy="440673"/>
          </a:xfrm>
          <a:prstGeom prst="roundRect">
            <a:avLst>
              <a:gd name="adj" fmla="val 17292"/>
            </a:avLst>
          </a:prstGeom>
          <a:solidFill>
            <a:srgbClr val="F4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1333500" y="3757868"/>
            <a:ext cx="10190100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testing ends, the two feeds combine into one clear picture: what passed, what failed, what was never touched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2800" y="424106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32" name="Text 30"/>
          <p:cNvSpPr/>
          <p:nvPr/>
        </p:nvSpPr>
        <p:spPr>
          <a:xfrm>
            <a:off x="912047" y="4291864"/>
            <a:ext cx="1317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81100" y="4160442"/>
            <a:ext cx="10198101" cy="440673"/>
          </a:xfrm>
          <a:prstGeom prst="roundRect">
            <a:avLst>
              <a:gd name="adj" fmla="val 17292"/>
            </a:avLst>
          </a:prstGeom>
          <a:solidFill>
            <a:srgbClr val="0F1B2D"/>
          </a:solidFill>
          <a:ln/>
        </p:spPr>
      </p:sp>
      <p:sp>
        <p:nvSpPr>
          <p:cNvPr id="34" name="Text 32"/>
          <p:cNvSpPr/>
          <p:nvPr/>
        </p:nvSpPr>
        <p:spPr>
          <a:xfrm>
            <a:off x="1333500" y="4287442"/>
            <a:ext cx="10190100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report is generated automatically — ready to open and share, no manual assembly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2800" y="6256026"/>
            <a:ext cx="4807560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the same way on any application — plug it in, point it at the app, done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41450"/>
            <a:ext cx="3412048" cy="1555722"/>
          </a:xfrm>
          <a:prstGeom prst="roundRect">
            <a:avLst>
              <a:gd name="adj" fmla="val 6531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44650"/>
            <a:ext cx="309581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[X]%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16000" y="2254250"/>
            <a:ext cx="3095817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verification time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16000" y="2491722"/>
            <a:ext cx="3095817" cy="32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replace with your team's measured reduction once tracked.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89948" y="1441450"/>
            <a:ext cx="3412076" cy="1555722"/>
          </a:xfrm>
          <a:prstGeom prst="roundRect">
            <a:avLst>
              <a:gd name="adj" fmla="val 6531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4593148" y="1644650"/>
            <a:ext cx="309584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93148" y="2254250"/>
            <a:ext cx="3095847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pages verified, every 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93148" y="2491722"/>
            <a:ext cx="3095847" cy="32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page skipped or forgotten — coverage is confirmed automatically, not assumed.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67125" y="1441450"/>
            <a:ext cx="3412048" cy="1555722"/>
          </a:xfrm>
          <a:prstGeom prst="roundRect">
            <a:avLst>
              <a:gd name="adj" fmla="val 6531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8170325" y="1644650"/>
            <a:ext cx="309581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 hrs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70325" y="2254250"/>
            <a:ext cx="3095817" cy="21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 up per release cycle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70325" y="2491722"/>
            <a:ext cx="3095817" cy="32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fill in with your team's actual hours saved per cycle.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2800" y="3174971"/>
            <a:ext cx="10566401" cy="919474"/>
          </a:xfrm>
          <a:prstGeom prst="roundRect">
            <a:avLst>
              <a:gd name="adj" fmla="val 11050"/>
            </a:avLst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3403571"/>
            <a:ext cx="401666" cy="487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70066" y="3406094"/>
            <a:ext cx="98679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paid AI model or agent. It runs inside tools the team already uses —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subscription, no per-use charge, no ongoing cost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keep it running.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4272246"/>
            <a:ext cx="10566401" cy="825500"/>
          </a:xfrm>
          <a:prstGeom prst="roundRect">
            <a:avLst>
              <a:gd name="adj" fmla="val 12308"/>
            </a:avLst>
          </a:prstGeom>
          <a:solidFill>
            <a:srgbClr val="F4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489421"/>
            <a:ext cx="382871" cy="41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25871" y="4475446"/>
            <a:ext cx="99396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isn't headcount cut — it's time </a:t>
            </a: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reinvested</a:t>
            </a: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same team can extend coverage to more applications instead of re-checking the ones already done.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2800" y="5275546"/>
            <a:ext cx="10883393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in brackets are placeholders — swap in your team's measured numbers before presenting.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7303" y="2265704"/>
            <a:ext cx="3097394" cy="72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825750" y="3195327"/>
            <a:ext cx="65405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 — Sunil Kumar, Ajmeera · Lakshmansamvith, Dunna · Prasanth, Varipireddi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83039" y="3919227"/>
            <a:ext cx="474294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19233" y="3919227"/>
            <a:ext cx="589700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0638" y="4432300"/>
            <a:ext cx="2850724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100" kern="0" dirty="0">
                <a:solidFill>
                  <a:srgbClr val="7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A(G)CCELERATING IDEAS.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CoverageEngine — Productivity Reimagined</dc:title>
  <dc:subject>PptxGenJS Presentation</dc:subject>
  <dc:creator>PptxGenJS</dc:creator>
  <cp:lastModifiedBy>PptxGenJS</cp:lastModifiedBy>
  <cp:revision>1</cp:revision>
  <dcterms:created xsi:type="dcterms:W3CDTF">2026-09-19T06:44:12Z</dcterms:created>
  <dcterms:modified xsi:type="dcterms:W3CDTF">2026-09-19T06:44:12Z</dcterms:modified>
</cp:coreProperties>
</file>